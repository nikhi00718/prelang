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2eb9203-95fa-e541-ebee-be9cd84517e3}">
          <p14:sldIdLst>
            <p14:sldId id="256"/>
            <p14:sldId id="257"/>
          </p14:sldIdLst>
        </p14:section>
        <p14:section name="Design" id="{08a44d5c-d2bb-72cb-5ddc-ef5fd39397b2}">
          <p14:sldIdLst>
            <p14:sldId id="258"/>
            <p14:sldId id="259"/>
            <p14:sldId id="260"/>
            <p14:sldId id="261"/>
          </p14:sldIdLst>
        </p14:section>
        <p14:section name="New in Phase 3" id="{08d080c2-6016-7583-1895-bf313026666a}">
          <p14:sldIdLst>
            <p14:sldId id="262"/>
            <p14:sldId id="263"/>
            <p14:sldId id="264"/>
            <p14:sldId id="265"/>
          </p14:sldIdLst>
        </p14:section>
        <p14:section name="Results" id="{4c26d5ad-7007-d408-5b5d-bf84ff257281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Batches admitted (%)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Fingerprint</c:v>
                  </c:pt>
                  <c:pt idx="1">
                    <c:v>All facts of the file (TFDV-style)</c:v>
                  </c:pt>
                  <c:pt idx="2">
                    <c:v>Data certificate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39</c:v>
                </c:pt>
                <c:pt idx="2">
                  <c:v>86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seconds</c:v>
                </c:pt>
              </c:strCache>
            </c:strRef>
          </c:tx>
          <c:spPr>
            <a:solidFill>
              <a:srgbClr val="23867A"/>
            </a:solidFill>
            <a:effectLst/>
          </c:spPr>
          <c:invertIfNegative val="0"/>
          <c:dLbls>
            <c:numFmt formatCode="0.00&quot; s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PrepLang compile (all checks)</c:v>
                  </c:pt>
                  <c:pt idx="1">
                    <c:v>pandas read, pyarrow engine</c:v>
                  </c:pt>
                  <c:pt idx="2">
                    <c:v>pandas read, C engine</c:v>
                  </c:pt>
                  <c:pt idx="3">
                    <c:v>PrepLang, Phase 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0.13</c:v>
                </c:pt>
                <c:pt idx="1">
                  <c:v>0.11</c:v>
                </c:pt>
                <c:pt idx="2">
                  <c:v>0.62</c:v>
                </c:pt>
                <c:pt idx="3">
                  <c:v>2.04</c:v>
                </c:pt>
              </c:numCache>
            </c:numRef>
          </c:val>
        </c:ser>
        <c:dLbls>
          <c:numFmt formatCode="0.00&quot; s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PrepLang is a language for cleaning data before machine learning, and this is its compiler, written in C++17.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 on 3,000 JPG images: the hand-written script finishes and writes black images; PrepLang refuses to compile.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PrepLang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03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data-aware compiler for table and image preprocessing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08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Design Laboratory (BCSE307P)  ·  Phase 3: Final Implementation and Testing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520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V.Nikhil  ·  24BAI0073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Data-cleaning scripts fail late, or silently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pandas or OpenCV script only learns that its assumptions are wrong while it runs over the data.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misspelled column crashes it halfway through.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word in a number column breaks a type conversion.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pixels saved as PNG finish without an error and every image is black.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94960" y="1097280"/>
            <a:ext cx="3291840" cy="3291840"/>
          </a:xfrm>
          <a:prstGeom prst="roundRect">
            <a:avLst>
              <a:gd name="adj" fmla="val 2222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23560" y="12801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8.5 s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623560" y="1965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script runs on 3,000 images, then writes black files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623560" y="27432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386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0.26 s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623560" y="3429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PrepLang reports the mistake at compile time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idea: the data is a compile-time input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344168"/>
            <a:ext cx="329184" cy="3291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344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691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123444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70048" y="1344168"/>
            <a:ext cx="329184" cy="3291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70048" y="1344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70048" y="1691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LL(1) parser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23444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73168" y="1344168"/>
            <a:ext cx="329184" cy="3291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73168" y="1344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73168" y="1691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66560" y="123444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76288" y="1344168"/>
            <a:ext cx="329184" cy="3291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76288" y="1344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76288" y="1691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analysis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(reads the data)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256032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2670048"/>
            <a:ext cx="329184" cy="3291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" y="2670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30175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address code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560320" y="256032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70048" y="2670048"/>
            <a:ext cx="329184" cy="3291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670048" y="2670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2670048" y="30175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256032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73168" y="2670048"/>
            <a:ext cx="329184" cy="3291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73168" y="2670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773168" y="30175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certificate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766560" y="256032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76288" y="2670048"/>
            <a:ext cx="329184" cy="3291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76288" y="2670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876288" y="30175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OpenCV code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reads every CSV cell, a Parquet footer or the header of every image, so the compiler knows types, missing values, value ranges, image sizes and channels before anything runs.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classic phase, written by hand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07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analysis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270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in any case, numbers with exponents, line and column on every token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207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analysis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5270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LL(1) recursive descent, panic-mode recovery, did-you-mean hints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350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table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6700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scope; every dataset with the abstract state of its data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224028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2350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analysis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6700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checks and a forward abstract interpretation over intervals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493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code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8130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quadruples; wildcards expanded; conditions as temporaries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338328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3493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38130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no-effect and check elimination, liveness-based column pruning, streaming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EXPECT gets a verdict at compile time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86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facts imply it, so no run-time check is generated.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108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 marks BETWEEN 0 AND 100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are in [35, 95]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14300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325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54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VIOLATED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8745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breaks it: a compile error names the row or file.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3108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 marks BETWEEN 0 AND 90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2 of s.csv has 100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14300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325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65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DEFERRED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8745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decidable here: a check is generated, then assumed true.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3108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FILTER marks &lt; 100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checked when the program runs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Facts about the data drive the optimizer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of 40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74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read after liveness-based pruning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188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386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922 → 10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1874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MiB of memory for 1,000 images, streamed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188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1874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rewrite keeps the output; RESIZE fusion only with --approx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8803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FILL_NULL on a column with no missing values, a FILTER that is always true, GRAYSCALE on 1-channel images: removed.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of proven contracts: removed.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image steps up to a save: one loop that handles one image at a time.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New: data certificates, compile once and reuse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proof was valid only for the exact file it was compiled with. Tomorrow's file was refused, even with the same layout.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4846320" cy="2194560"/>
          </a:xfrm>
          <a:prstGeom prst="roundRect">
            <a:avLst>
              <a:gd name="adj" fmla="val 3333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87452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  (data had marks in [35, 95])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STRING   no missing values   &lt;- line 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    INTEGER  (any values)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marks  INTEGER  &gt;= 0                &lt;- line 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&lt;= 100              &lt;- line 5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577840" y="173736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analyses the program again with weaker facts and keeps only the facts some proof needs.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2386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 -3 generated.py students=next_week.csv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refused file is explained: the row, and the proof it would break.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UNIQUE, REFERENCES and MATCH_RATE were proven from the values, so their checks stay and run only when an input changes.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certificate is found, and why it is safe</a:t>
            </a:r>
            <a:endParaRPr lang="en-US" sz="2800" dirty="0"/>
          </a:p>
        </p:txBody>
      </p:sp>
      <p:pic>
        <p:nvPicPr>
          <p:cNvPr id="4" name="Image 0" descr="C:\Users\atnik\Documents\ChatGPT\comp_v1\PrepLang\docs\review3\flow_certific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3655397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0" y="1051560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120640" y="10332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Weaken one fact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120640" y="135331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missing values, or move a bound to a program constant or infinity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0" y="1984248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0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120640" y="1965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again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120640" y="22860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semantic analysis, with no data read (facts replace files)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0" y="2916936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0" y="2916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120640" y="28986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or restore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120640" y="32186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weaker fact only if every proof and removal survives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0" y="3849624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72000" y="3849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120640" y="383133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5120640" y="415137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monotone transfer functions: an input inside the certificate keeps every proof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86% of new batches reused safely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5156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943600" y="11887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244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1874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batches for 7 compiled programs, each also compiled fresh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23774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386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3063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admitted runs that differ from a fresh compilation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35661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4251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 batches that a fresh compilation accepts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New: checking every cell beats a pandas read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5156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94360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million CSV rows x 10 columns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1554480"/>
            <a:ext cx="2743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read, one piece per core, cut at line breaks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viewed in place (string_view), no copies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parsed exactly in one pass (Clinger's fast path)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CRC-32 on its own thread; merge in file order gives the same facts and line numbers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and evaluation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1887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745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in 9 programs, all passing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1887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386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8745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test cases: valid, invalid, boundary, run time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8803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/ 24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5661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mistakes reported before processing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278892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28803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386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/ 44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35661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GitHub failures reported before processing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13385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113385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Shift + B in VS Code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810512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18470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and run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18470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students.prep: every phase, then the cleaned file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523744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560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errors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200400" y="2560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examples/errors: line, caret and hint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236976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236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2735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200400" y="32735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--certificate, then run on a new batch and a bad one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3950208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398678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200400" y="398678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all tests: 9 programs pass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data at compile time turns data mistakes into compile errors with clear messages.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are proven, refuted or checked; optimizations stay exact.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certificates reuse one compilation on new data: 86% of new batches, with no unsound run.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certificates for image folders, joins and dates, a native backend.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PrepLang: Phase 3 Final Review</dc:title>
  <dc:subject>PptxGenJS Presentation</dc:subject>
  <dc:creator>V.Nikhil</dc:creator>
  <cp:lastModifiedBy>V.Nikhil</cp:lastModifiedBy>
  <cp:revision>1</cp:revision>
  <dcterms:created xsi:type="dcterms:W3CDTF">2026-10-07T06:39:24Z</dcterms:created>
  <dcterms:modified xsi:type="dcterms:W3CDTF">2026-10-07T06:39:24Z</dcterms:modified>
</cp:coreProperties>
</file>